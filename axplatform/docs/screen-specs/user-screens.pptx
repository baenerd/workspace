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USR-00  ·  랜딩 (Landing)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랜딩 (/)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① 프로모션 배너 · 개인화 패널 · 퀵메뉴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② 히어로 (검색 · 카테고리 7타일)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③ 플랫폼 현황 (총 카드 수 · 카테고리 막대)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④ 인기 카드 (좋아요 상위 6)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⑤ 최신소식 · 실시간 인기 카드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⑥ 업무별 카드 (도메인 필터)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⑦ CTA 4종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탐색(검색·타일)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목록·상세 이동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65786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3708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280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미로그인 = 열람만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개인화 패널을 최상단에 둬 재방문자가 스크랩·추천·알림으로 이전 맥락을 먼저 잇게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안내를 노출해 추천의 신뢰를 지킨다.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 — 비로그인도 열람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진입 첫 화면 — 카탈로그 탐색 시작점 + 개인화 요약 허브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보유 자산을 즉시 보여주고 탐색·등록·가이드로 연결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'지금 우리 그룹에 무엇이 있는지'를 한 화면에서 파악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패널 최상단 배치로 재방문 맥락을 이어보게 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 — 추천 신뢰 유지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3940123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397669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21444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251019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미표시(0.5)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수치 미노출(0.8)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수는 SSOT 파생 총량과 일치(0.9)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163596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20017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43791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474492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getAssetItems·getNotices·getMonthlyNewCount, 훅 useScraps·useInterests·useNotifications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 서버 집계 전환, PartnerMarquee 별도 담당 복원 예정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상단·개인화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4910328" cy="42062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58368" y="2377439"/>
            <a:ext cx="24551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368" y="2505456"/>
            <a:ext cx="147309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802636" y="2596895"/>
            <a:ext cx="73152" cy="731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948940" y="2596895"/>
            <a:ext cx="73152" cy="731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95244" y="2596895"/>
            <a:ext cx="73152" cy="731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816351"/>
            <a:ext cx="3093506" cy="932688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03504" y="2889503"/>
            <a:ext cx="68031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03504" y="3072383"/>
            <a:ext cx="933632" cy="56692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76656" y="3182111"/>
            <a:ext cx="7873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6656" y="3310127"/>
            <a:ext cx="48814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592000" y="3072383"/>
            <a:ext cx="933632" cy="56692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65152" y="3182111"/>
            <a:ext cx="78732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65152" y="3310127"/>
            <a:ext cx="4881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80497" y="3072383"/>
            <a:ext cx="933632" cy="56692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653649" y="3182111"/>
            <a:ext cx="78732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53649" y="3310127"/>
            <a:ext cx="4881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3776" y="27980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3586" y="2816351"/>
            <a:ext cx="1688805" cy="932688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25026" y="2926079"/>
            <a:ext cx="1505925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825026" y="3127248"/>
            <a:ext cx="1505925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25026" y="3328415"/>
            <a:ext cx="1505925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25026" y="3529584"/>
            <a:ext cx="1505925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15298" y="27980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" y="3858768"/>
            <a:ext cx="4910328" cy="1133856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95923" y="3968496"/>
            <a:ext cx="31426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395923" y="4114800"/>
            <a:ext cx="20741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199509" y="4315968"/>
            <a:ext cx="353543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199509" y="4535424"/>
            <a:ext cx="35354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99509" y="4288536"/>
            <a:ext cx="353543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504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290610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77716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664822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351929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039035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726141" y="4645152"/>
            <a:ext cx="659674" cy="274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3776" y="38404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2064" y="5102352"/>
            <a:ext cx="4910328" cy="122529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621792" y="5193792"/>
            <a:ext cx="7936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21792" y="6144768"/>
            <a:ext cx="3538728" cy="0"/>
          </a:xfrm>
          <a:prstGeom prst="line">
            <a:avLst/>
          </a:prstGeom>
          <a:ln w="1651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22898" y="5772607"/>
            <a:ext cx="303319" cy="372160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28431" y="5603443"/>
            <a:ext cx="303319" cy="541324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733963" y="5874105"/>
            <a:ext cx="303319" cy="270662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39496" y="5501944"/>
            <a:ext cx="303319" cy="642823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745028" y="5738774"/>
            <a:ext cx="303319" cy="405993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50561" y="5657575"/>
            <a:ext cx="303319" cy="487192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756093" y="5806440"/>
            <a:ext cx="303319" cy="338328"/>
          </a:xfrm>
          <a:prstGeom prst="rect">
            <a:avLst/>
          </a:prstGeom>
          <a:solidFill>
            <a:srgbClr val="CCCCC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25112" y="5961888"/>
            <a:ext cx="96012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93776" y="50840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7" name="Oval 66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프로모션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5초 자동 전환 · 클릭 시 해당 카테고리 목록으로 이동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개인화 패널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 N개 → 스크랩 필터 목록 · 맞춤 추천 · 알림 최근 3건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관심사 미설정 시 추천 대신 설정 안내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퀵메뉴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현황 · 설정 · 카드 등록 · 로그아웃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회전 헤드라인 + 검색(→ ?q=) + 카테고리 7타일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플랫폼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 카운터 + 카테고리별 막대 + [전체 카드 보기]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사용자 화면에 표시하지 않는다(0.5).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총 카드 수 = 목록·통계와 항상 동수 — SSOT 파생 총량이 단일 기준(0.9).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비로그인도 열람 가능 — 로그인 여부의 차이는 인사말뿐이다.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getAssetItems·getMonthlyNewCount 집계, 개인화는 useScraps·useInterests·useNotifications 훅 경유.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콘텐츠·CTA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847087"/>
            <a:ext cx="51206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992" y="1847087"/>
            <a:ext cx="51206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45920" y="1847087"/>
            <a:ext cx="51206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847087"/>
            <a:ext cx="51206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064" y="2066543"/>
            <a:ext cx="1563624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85416" y="2066543"/>
            <a:ext cx="1563624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58768" y="2066543"/>
            <a:ext cx="1563624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2587752"/>
            <a:ext cx="1563624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85416" y="2587752"/>
            <a:ext cx="1563624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58768" y="2587752"/>
            <a:ext cx="1563624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3127247"/>
            <a:ext cx="2946196" cy="106070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3504" y="3200399"/>
            <a:ext cx="49377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2144" y="3200399"/>
            <a:ext cx="49377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03504" y="3529583"/>
            <a:ext cx="27633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3504" y="3712463"/>
            <a:ext cx="27633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" y="3895344"/>
            <a:ext cx="27633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53588" y="3913631"/>
            <a:ext cx="69494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3776" y="31089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6276" y="3127247"/>
            <a:ext cx="1836115" cy="106070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677716" y="3200399"/>
            <a:ext cx="79823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677716" y="3438143"/>
            <a:ext cx="1653235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77716" y="3584447"/>
            <a:ext cx="1653235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77716" y="3730751"/>
            <a:ext cx="1653235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7716" y="3877055"/>
            <a:ext cx="1653235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77716" y="4023359"/>
            <a:ext cx="1653235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67988" y="31089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2064" y="4315968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9264" y="4315968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426464" y="4315968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83664" y="4315968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340864" y="4315968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798064" y="4315968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2064" y="4517136"/>
            <a:ext cx="1563624" cy="6035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185416" y="4517136"/>
            <a:ext cx="1563624" cy="6035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858768" y="4517136"/>
            <a:ext cx="1563624" cy="6035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42976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2064" y="5230368"/>
            <a:ext cx="1136142" cy="804672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739646" y="5230368"/>
            <a:ext cx="1136142" cy="804672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967228" y="5230368"/>
            <a:ext cx="1136142" cy="804672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94810" y="5230368"/>
            <a:ext cx="1136142" cy="804672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2" name="Oval 5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 + 좋아요 상위 6 · 카드에 스크랩 토글과 카드 ID 표기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최신소식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탭(공지사항·업데이트) + [더보기] → /notices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실시간 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조회수 상위 5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업무별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 필터로 전환되는 카드 묶음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CTA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둘러보기 · AI Model · 이용 가이드 · 문의 채널(Teams 새 창)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수치는 사용자 화면에 노출하지 않는다(0.8).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공지 SSOT 단일 소스 — 소식 화면(USR-10)과 항상 일치한다.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인기·실시간 인기는 좋아요·조회수라는 객관 지표만으로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조회수는 서버 집계로 전환, PartnerMarquee는 별도 담당 복원 예정.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USR-01  ·  로그인 (Login)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로그인 (/login)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(KOLMAR / AX Platform)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 (Microsoft)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데모 계정 접이식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 · user 3종 · companyAdmin 2종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지원 링크 (문의 메일)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하단 고지 (사내 전용 · 외부 접근 불가)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 진입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인증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판별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역할별 이동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 → /admin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SSO를 상시 기본 동선으로 두고 데모 계정은 접이식 보조로 숨겨, 실서비스 전환 시 구조 변경을 최소화한다.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companyAdmin을 단일·복수 담당 2종으로 준비해 가시성 필터 동작을 시연 단계에서 검증한다.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SSO 진입점 — 데모 단계는 데모 계정을 병행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실서비스 SSO 단일 동선 확보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데모 권한 시나리오(전사·관계사·일반) 시연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상시 기본 · 데모는 접이식 보조 — 전환 시 구조 변경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2종(단일·복수 담당)으로 가시성 필터 대비 시연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'실제 배포 시 제거' 고지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표시는 0.5 허용 범위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플랫폼' 고지 유지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 → GET /auth/me 로 대체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Azure AD OIDC → JWT(0.6). demo_user 세션키는 SSO 전환 시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로그인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그룹 SSO 로그인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/login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1348" y="2121407"/>
            <a:ext cx="2651760" cy="3813048"/>
          </a:xfrm>
          <a:prstGeom prst="rect">
            <a:avLst/>
          </a:prstGeom>
          <a:solidFill>
            <a:srgbClr val="FFFFFF"/>
          </a:solidFill>
          <a:ln w="2032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18588" y="2340863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144268" y="2688335"/>
            <a:ext cx="102047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623060" y="23042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15668" y="3035807"/>
            <a:ext cx="210312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23060" y="29992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15668" y="3456431"/>
            <a:ext cx="210312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15668" y="3767327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15668" y="4005071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15668" y="4242815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15668" y="4480559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15668" y="4718303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15668" y="4956047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623060" y="341985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4268" y="5266944"/>
            <a:ext cx="102047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623060" y="52120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007108" y="6035040"/>
            <a:ext cx="19202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07108" y="6163056"/>
            <a:ext cx="134416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623060" y="5980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28" name="Oval 2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영역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워드마크와 안내 문구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Microsoft 계정 로그인 — 상시 기본 동선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데모 계정 접이식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6종(admin · user 3종 · companyAdmin 2종) — 역할·소속·담당 표시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'실제 배포 시 제거' 안내 유지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지원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문의 메일 링크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하단 고지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 · 외부 접근 불가'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SSO를 상시 기본으로 노출하고 데모 계정 6종은 접이식으로 감춰 실서비스 전환 시 구조 변경을 없앤다.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영역에는 '실제 배포 시 제거' 안내를 반드시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역할(admin·companyAdmin)은 로그인 후 /admin으로, 일반 사용자는 원래 목적지로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getManagedCompanies(email)를 GET /auth/me로 대체, Azure AD OIDC→JWT(0.6), demo_user 세션키는 전환 시 제거.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USR-03  ·  카탈로그 목록 (Catalog)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카탈로그 목록 (/projects)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(타이틀 · 검색)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필터 2행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카테고리(전체+7) · 도메인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인기 태그 6 · 스크랩 N · 초기화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결과 수 · 정렬 3종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그리드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(24개 단위)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진입(파라미터 수신)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필터·검색 조합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상세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65786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3708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280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스크랩 토글 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필터를 sticky로 고정해 스크롤 중에도 조건이 눈에 남게 하고, 스크랩은 별도 화면 대신 필터 토글로 흡수했다.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해제하고 검색어·정렬은 보존한다 — 의도된 동작이다.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카드의 탐색·필터 화면 — 플랫폼 중심 동선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카테고리·도메인·태그·검색·스크랩 축을 조합한 탐색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중복 개발 방지와 재사용 유도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필터 sticky 고정으로 스크롤 중 조건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스크랩은 별도 화면 대신 필터 토글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해제(검색·정렬 보존)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company는 목록 게이팅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상시 표시(0.3)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필터·정렬·페이지 서버 처리(GET /assets), 게이팅·그룹뷰어 서버 재검증(0.6)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카탈로그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탐색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4910328" cy="42062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21792" y="2377439"/>
            <a:ext cx="13716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1792" y="2514599"/>
            <a:ext cx="8503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593591" y="2404871"/>
            <a:ext cx="17373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593591" y="2606039"/>
            <a:ext cx="173736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93591" y="2377439"/>
            <a:ext cx="173736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816351"/>
            <a:ext cx="4910328" cy="69494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07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5179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9751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323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8895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467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03904" y="2898647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03504" y="3090671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0704" y="3090671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517904" y="3090671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3090671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432304" y="3090671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889504" y="3090671"/>
            <a:ext cx="402336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27980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3291839"/>
            <a:ext cx="36576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14984" y="3291839"/>
            <a:ext cx="36576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426464" y="3291839"/>
            <a:ext cx="36576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837944" y="3291839"/>
            <a:ext cx="36576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49424" y="3291839"/>
            <a:ext cx="36576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660904" y="3291839"/>
            <a:ext cx="36576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050791" y="3291839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727448" y="3291839"/>
            <a:ext cx="56692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148072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30352" y="3675887"/>
            <a:ext cx="51023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849624" y="3621023"/>
            <a:ext cx="47548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379976" y="3621023"/>
            <a:ext cx="47548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10328" y="3621023"/>
            <a:ext cx="47548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93776" y="35844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2064" y="393192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185416" y="393192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858768" y="393192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12064" y="463296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185416" y="463296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858768" y="463296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12064" y="533400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185416" y="533400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858768" y="5334000"/>
            <a:ext cx="1563624" cy="591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3776" y="391363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18588" y="6035040"/>
            <a:ext cx="109728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00300" y="59984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5" name="Oval 6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 → ?q=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1행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세그먼트(전체+7) · 업무 도메인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2행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인기 태그 상위 6 토글 · [스크랩 N] 토글 · [초기화]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결과 수·정렬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'N개 카드' + 정렬 3종(최신 / 인기 / 이름)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제목 · 요약 · 카드 ID+부서 · 조회수 · 좋아요 · 스크랩 토글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Model은 강점 3 + 비용 뱃지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24개 단위 증분 로드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초기화는 클릭형 필터만 해제하고 검색어·정렬은 보존한다(의도된 동작).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URL 파라미터 q·platform·domain·scrap을 수신해 진입 시점의 조건을 복원한다.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권한자는 비노출 관계사 카드까지 열람하며 안내 뱃지를 함께 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 → GET /assets 서버 필터·정렬·페이지, 게이팅·그룹뷰어는 서버 재검증(0.6).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USR-04  ·  카드 상세 (Item 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상세 (/{카테고리}/:itemId)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헤더(액션)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메타 행 (카드 ID · 부서 · 수정일)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 4종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개요 (이미지·설명·활용 후기)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상세 (라벨 5종)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97864" y="35890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3584" y="35890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업데이트&amp;논의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3543" y="23340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3" y="37056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개요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상세·담당자·논의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요청·모델 접속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PJ = 상세 탭 없음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7유형의 정보 구조 차이를 유형별 상세 탭으로 수용한다(상세 동작/플로우 정보/비서 구성/모델 사양/모델 정보).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'확인 → 행동' 동선을 짧게 유지한다.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1건의 상세 정보·소통(후기·게시판·담당자) 화면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활용 가능 여부·사용 방법·문의처를 한 화면에서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연결과 후기 축적으로 재사용을 실제로 일으킴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탭으로 7유형의 정보 구조 차이를 수용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확인 → 행동 동선 단축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3940123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397669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21444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251019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미표시(ownerCompany는 API 제공·미렌더)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요청은 게시 카드에 대해 누구나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모델 접속 URL은 0.5의 유일한 예외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163596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20017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43791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474492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getAssetItem·getReviewsByItem·getPostsByItem·getFallbackN8nWorkflowJson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PUT/DELETE 멱등 · 후기/게시글 POST · 조회수 서버 집계 · 후기 알림 서버 발송(0.10)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헤더·개요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56815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2084831"/>
            <a:ext cx="4910328" cy="768096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2176271"/>
            <a:ext cx="56692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25296" y="2176271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37360" y="2176271"/>
            <a:ext cx="54864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03504" y="2414015"/>
            <a:ext cx="32720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3504" y="2578607"/>
            <a:ext cx="427189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93776" y="20665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907791"/>
            <a:ext cx="85953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44752" y="2907791"/>
            <a:ext cx="85953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77440" y="2907791"/>
            <a:ext cx="85953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10128" y="2907791"/>
            <a:ext cx="85953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42816" y="2907791"/>
            <a:ext cx="85953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" y="28895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3236975"/>
            <a:ext cx="8229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26464" y="3300983"/>
            <a:ext cx="12472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3776" y="319125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" y="3511295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426464" y="3511295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340864" y="3511295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55264" y="3511295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12064" y="3712463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12064" y="3822191"/>
            <a:ext cx="4910328" cy="65836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03504" y="4608575"/>
            <a:ext cx="47274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3504" y="4732019"/>
            <a:ext cx="47274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3504" y="4855463"/>
            <a:ext cx="29310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12064" y="5065775"/>
            <a:ext cx="4910328" cy="1261872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21792" y="5212079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21792" y="5335523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93776" y="38039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0" name="Oval 3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위치 경로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Platform &gt; 카테고리 &gt; 제목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[AI Model] 가용 뱃지 · 제공사 · 제목 · 요약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· 스크랩 · 담당자 연락 · 수정 요청 · [AI Model] 모델 접속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메타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등록 부서 · 최종 수정일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개요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캐러셀 + 상세 설명 + 활용 후기(등록 가능)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메타 행 최선두에 배치한다(0.3).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 진입은 게시 카드에 대해 누구나 가능하다.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API가 내려주더라도 화면에 렌더하지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getAssetItem·getReviewsByItem, 좋아요 PUT/DELETE 멱등, 후기 POST·후기 알림은 서버 발송(0.10).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탭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457200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2395727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26464" y="2395727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395727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5264" y="2395727"/>
            <a:ext cx="8229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596896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408176" y="23774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2706623"/>
            <a:ext cx="4910328" cy="1133856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" y="2816351"/>
            <a:ext cx="1490472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21992" y="2816351"/>
            <a:ext cx="1490472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22191" y="2816351"/>
            <a:ext cx="1490472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3182111"/>
            <a:ext cx="1490472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1992" y="3182111"/>
            <a:ext cx="1490472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22191" y="3182111"/>
            <a:ext cx="1490472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3529583"/>
            <a:ext cx="109728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3968496"/>
            <a:ext cx="4910328" cy="621792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1792" y="4096511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060704" y="4151376"/>
            <a:ext cx="17373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60704" y="4274820"/>
            <a:ext cx="107716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507992" y="4169663"/>
            <a:ext cx="786384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" y="39502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064" y="4718304"/>
            <a:ext cx="65836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243584" y="4718304"/>
            <a:ext cx="65836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75104" y="4718304"/>
            <a:ext cx="65836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06624" y="4718304"/>
            <a:ext cx="65836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2064" y="4937760"/>
            <a:ext cx="4910328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07992" y="6108192"/>
            <a:ext cx="82296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3776" y="47000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7" name="Oval 36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상세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n8n=상세 동작(워크플로우 미리보기·JSON 다운로드) / PA=플로우 정보 / 비서=비서 구성(프롬프트 복사) / AI Model=모델 사양 / ML=모델 정보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정보 + 메일 연락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업데이트&amp;논의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게시글 태그 4종(공지·Q&amp;A·이슈제보·건의) · 좋아요 · 작성 · 더보기 증분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프로젝트는 상세 탭 없이 개요에 통합한다.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 시 최근 조회 기록(상위 10)을 남겨 재방문 동선을 잇는다.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유형별 탭 라벨은 유형마다 다르게 쓰되 탭 위치·순서는 고정한다.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getPostsByItem·getFallbackN8nWorkflowJson, 게시글 POST와 조회수 서버 집계로 전환.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USR-05  ·  신규 등록 신청 (3단계)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신규 등록 신청 (/projects/new)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단계 표시 (3단계)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0 유형 선택 (7종)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1 정보 입력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공통(사진·제목·요약·설명·도메인·태그)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섹션 · 예상 절감 시간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담당자(복수 등록)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2 확인 · 제출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 선택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정보 입력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확인·제출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 현황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1050548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976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비관리자 = AI Model 미노출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장벽을 줄이고, 유형별 입력은 실제로 쓰이는 축만 받는다(난이도·비용/컨텍스트·모델 유형).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AI Model 등록을 관리자 전용으로 둔 이유는 모델 카탈로그가 운영이 선별하는 영역이기 때문이다.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등록 신청 3단계 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887015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2359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6133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197911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부담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검토에 필요한 정보를 유형별로 최소 수집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859631"/>
            <a:ext cx="4866299" cy="12568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896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133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170527"/>
            <a:ext cx="4610267" cy="90937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입력은 실제 사용하는 축만(n8n=난이도 · AI Model=비용/컨텍스트 · ML=모델 유형)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등록은 관리자 전용 — 모델 카탈로그는 운영 선별 영역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244491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2810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5188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555387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범위 입력 없음(신규=전사 공용, 0.9)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시간 표준 직렬화(0.8)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허용(표준화는 ADM-05)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423229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5980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9754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734125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 POST · 카드 ID 서버 원자 발급(0.3) · 접수 알림 서버 발송. 이미지 스토리지 선정 대기(부록 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0·1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285999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67078" y="2285999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22092" y="2285999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77106" y="2285999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" y="2770631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67078" y="2770631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22092" y="2770631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77106" y="2770631"/>
            <a:ext cx="1145286" cy="3749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3776" y="22494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2064" y="3255263"/>
            <a:ext cx="4910328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2064" y="3346703"/>
            <a:ext cx="4910328" cy="106070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" y="3456432"/>
            <a:ext cx="4690872" cy="36576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3895344"/>
            <a:ext cx="469087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21792" y="4059935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21792" y="4151376"/>
            <a:ext cx="469087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21792" y="4315968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3776" y="332841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517136"/>
            <a:ext cx="4910328" cy="60350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21792" y="4645151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21792" y="4768595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21792" y="4892040"/>
            <a:ext cx="29083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93776" y="44988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" y="5230368"/>
            <a:ext cx="1767718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12064" y="5413248"/>
            <a:ext cx="176771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574401" y="5248655"/>
            <a:ext cx="32918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958449" y="5248655"/>
            <a:ext cx="32918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342497" y="5248655"/>
            <a:ext cx="32918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726545" y="5248655"/>
            <a:ext cx="32918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3776" y="519379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5541264"/>
            <a:ext cx="4910328" cy="78638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" y="566927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21792" y="583387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794510" y="566927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794510" y="583387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2967228" y="566927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967228" y="583387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139946" y="566927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39946" y="583387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21792" y="5943600"/>
            <a:ext cx="10058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93776" y="55229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8" name="Oval 5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단계 표시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 선택 → 정보 입력 → 최종 확인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Step 0 유형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유형 선택 — 비관리자에게 AI Model 미노출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사진 최대 10장 · 제목 · 한 줄 요약 · 상세 설명 · 업무 도메인 · 태그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 JSON 업로드·미리보기 / 난이도 · 비용 · 컨텍스트 · 모델 유형 등 유형별 입력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예상 절감 시간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수치 + 주기(일/주/월/년) 선택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복수 등록 가능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 범위 입력 항목을 두지 않는다 — 신규 카드는 전사 공용으로 생성된다(0.9).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시간은 '&lt;주기&gt; N시간' 형식으로 표준 직렬화한다(0.8).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태그는 자유 입력을 허용하고 표준화는 관리자 화면(ADM-05)에서 처리한다.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 사용, 이미지 스토리지 선정 대기(부록 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" y="2304287"/>
            <a:ext cx="4910328" cy="27432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12064" y="274319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83664" y="274319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" y="301751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83664" y="301751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2064" y="329183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83664" y="329183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2064" y="356615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83664" y="356615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2064" y="384047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883664" y="384047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12064" y="4114800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83664" y="4114800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2064" y="438911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83664" y="438911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2064" y="4663440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883664" y="4663440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2064" y="4937759"/>
            <a:ext cx="118872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83664" y="4937759"/>
            <a:ext cx="344728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5266943"/>
            <a:ext cx="4910328" cy="29260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21792" y="5376671"/>
            <a:ext cx="270424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93776" y="524865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" y="6071616"/>
            <a:ext cx="91440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25112" y="6071616"/>
            <a:ext cx="109728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06824" y="60350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3" name="Oval 4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입력 요약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전 전체 입력값 확인(라벨-값 리스트)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ID 발급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'접수 시 {PREFIX}-{연도}-순번 형식의 고유 ID 발급'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완료 후 내 현황으로 이동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서버가 원자적으로 발급하고 승인 전후로 불변이다(0.3).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결과는 내 현황(USR-07)의 승인 인디케이터로 이어져 진행 상황이 끊기지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접수 알림은 서버가 발송한다 — 클라이언트에서 생성하지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등록 신청 POST + 카드 ID 서버 원자 발급(0.3), 접수 알림 서버 발송.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USR-06  ·  수정 요청 (Edit Request)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수정 요청 (/edit-request/:id)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대상 배너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편집 폼 (공통 + 유형별)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 편집 (추가 · 삭제)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수정 사유* (필수)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취소 · 제출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진입(상세·내 현황)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현재 값 표시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편집·사유 입력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→ 내 현황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50548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없는 ID = 안내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자산이므로 직접 수정 대신 요청-검토를 거친다.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신청 자격을 한정하지 않는다 — 오류를 발견하는 쪽이 제3자인 경우가 많기 때문.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카드 수정 신청 단일 폼 — 현재 값 자동 표시 기반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이후 변경 사항을 검토를 거쳐 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게시본의 정보 최신성 유지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자산이라 직접 수정 대신 요청-검토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자격 비한정(제3자 발견 사유가 다수)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폼은 등록 폼과 동일한 편집 셋 + 사유만 추가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수정은 관리자 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사유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 미포함(0.9)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POST /edit-requests(사유 포함) · 처리 알림 서버 발송. 관리자 처리 큐 화면 미구현 — API 계약 선확보(부록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수정 요청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게시 카드 수정 요청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/edit-request/:id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56815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084831"/>
            <a:ext cx="4910328" cy="3840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2194559"/>
            <a:ext cx="73152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08176" y="2194559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066543" y="2249423"/>
            <a:ext cx="11338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93776" y="20665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2596895"/>
            <a:ext cx="4910328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2706623"/>
            <a:ext cx="4690872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" y="3182111"/>
            <a:ext cx="469087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1792" y="3346703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21792" y="3438143"/>
            <a:ext cx="469087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1792" y="3602735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1792" y="3694175"/>
            <a:ext cx="4690872" cy="51206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5786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443983"/>
            <a:ext cx="4910328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57199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21792" y="473659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794510" y="457199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794510" y="473659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967228" y="457199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967228" y="473659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139946" y="4571999"/>
            <a:ext cx="113157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139946" y="4736591"/>
            <a:ext cx="113157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1792" y="4809744"/>
            <a:ext cx="914400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3776" y="44256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5102351"/>
            <a:ext cx="4910328" cy="87782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21792" y="5230367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21792" y="5353811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3776" y="50840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10711" y="6071616"/>
            <a:ext cx="91440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16552" y="6071616"/>
            <a:ext cx="10058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392423" y="60350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1" name="Oval 4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대상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· 유형 · 제목 — '카드를 수정합니다'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필드 현재 값 자동 표시 · 등록 폼과 동일 구성(유형별 섹션은 대상 카드 유형)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행 추가 · 삭제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사유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필수 — '무엇을 왜 바꾸는지'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취소 · 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 → 목록 / 제출 → 내 현황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 카드 + 비관리자 조합에서는 폼 대신 관리자 전용 안내를 렌더한다(0.6).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존재하지 않는 ID로 진입하면 폼 대신 안내 문구를 표시한다.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진입점은 상세 헤더와 내 현황의 게시됨 카드 2곳이다.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 → POST /edit-requests(사유 포함), 관리자 처리 큐 화면은 미구현·API 계약 선확보(부록 B).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USR-07  ·  내 현황 (My Status)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내 현황 (/my-status)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5탭 KPI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신청 카드 목록 (+더보기)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(ID · 제목 · 단계 뱃지)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병렬 승인 인디케이터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반려 사유 박스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991105"/>
            <a:ext cx="0" cy="10287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액션 (취소 · 수정 요청 · 삭제)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1991105"/>
            <a:ext cx="0" cy="13716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내가 남긴 후기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필터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확인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액션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→ 사유·삭제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병렬 2-슬롯 승인 구조를 인디케이터로 그대로 시각화해 진행 상황을 투명하게 공개한다.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반려 사유를 원문 그대로 노출해 신청자가 결과를 이해하고 다음 행동을 고를 수 있게 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신청의 승인 진행 상황 + 본인 후기 확인 화면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건이 지금 어느 단계인지 명확히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문의 부담을 화면으로 흡수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병렬 2-슬롯 구조를 인디케이터로 그대로 시각화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투명한 진행 공개로 문의 부담 축소, 반려 사유 원문 표시로 결과 이해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단계 명칭 0.7 표준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반려 건 한정 + 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소유 필터·상태 전이 검증은 서버 책임(0.7)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현황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내 등록 현황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/my-status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865375"/>
            <a:ext cx="793699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084831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94129" y="2084831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76195" y="2084831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8260" y="2084831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0326" y="2084831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93776" y="20665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2670047"/>
            <a:ext cx="4910328" cy="118872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" y="2761487"/>
            <a:ext cx="54864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2761487"/>
            <a:ext cx="50292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21792" y="2980943"/>
            <a:ext cx="30815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21792" y="3104387"/>
            <a:ext cx="19105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07992" y="2761487"/>
            <a:ext cx="7772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6517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310127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3255263"/>
            <a:ext cx="10058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7552" y="3438143"/>
            <a:ext cx="10058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2848" y="3310127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112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3639311"/>
            <a:ext cx="768096" cy="16459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44752" y="3639311"/>
            <a:ext cx="768096" cy="16459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267712" y="3639311"/>
            <a:ext cx="768096" cy="16459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3776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3968496"/>
            <a:ext cx="4910328" cy="8595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" y="4059935"/>
            <a:ext cx="54864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07992" y="4059935"/>
            <a:ext cx="7772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" y="4297680"/>
            <a:ext cx="4690872" cy="40233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31520" y="4389120"/>
            <a:ext cx="44531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31520" y="4517136"/>
            <a:ext cx="276093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93776" y="39502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2064" y="4937760"/>
            <a:ext cx="8503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12064" y="5120640"/>
            <a:ext cx="4910328" cy="1207007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3776" y="49011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2" name="Oval 4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5탭 KPI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· 승인 대기 · 부분 승인 · 게시됨 · 반려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카테고리 pill · 제목 · 요약 · 단계 뱃지 · 신청/처리일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병렬 승인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완료 → 관계사/전사 승인 → 게시 완료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사유 박스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검토자가 작성한 사유 원문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확인/접기 · 신청 취소(대기) · 수정 요청(게시됨) · 삭제(반려·확인 절차)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내가 남긴 후기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본인이 작성한 후기 목록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단계 명칭은 승인 대기 / 부분 승인 / 게시됨 / 반려 / 중지 표준을 따른다(0.7).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게시됨 카드를 클릭하면 카드 상세로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삭제는 반려 건에 한정하고 복구 불가를 고지한 뒤 실행한다.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getMyApplications·getMyReviews·deriveStage, 본인 소유 필터와 상태 전이 검증은 서버 책임(0.7).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USR-08  ·  공통 내비게이션 (Navigation)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공통 내비게이션 (전 화면)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Navbar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97864" y="1874519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1874519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· 메뉴 3종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3" y="1648206"/>
            <a:ext cx="0" cy="3428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23543" y="1991105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관리자 진입(역할 한정)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6482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알림 벨 (NotificationBell)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6482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역할 pill · 아바타 드롭다운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6482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AdminNavbar (벨 동일 배치)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Footer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화면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353406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572862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18582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상단 상주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496501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15957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61677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메뉴·알림 이동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346152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572862" y="5303520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8582" y="5303520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 = 벨 미노출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메뉴를 3개로 최소화하고, 벨은 사용자·관리자 내비 양쪽에 동일하게 배치해 알림 접근점을 하나로 유지한다.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관계사를 표시해(0.5 허용) 다관계사 환경에서 계정 확인 지점을 만든다.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전 화면 상주 (역할별 항목 차등)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화면 공통 이동·알림·계정 영역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어느 화면에서든 일관된 접근 경로 제공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알림·계정 상태를 항상 같은 자리에서 확인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메뉴 3개 최소 구성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벨은 사용자·관리자 내비 양쪽 동일 배치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 표시(0.5 허용) — 다관계사 환경의 계정 확인 지점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이동은 카드 ID 접두어에서 파생한 경로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공유 모드에서는 벨 미노출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GET/PATCH(0.10). accessUrl 소비 UI 미구현 — 백로그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내비게이션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Navbar · 알림 벨 · 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(전 화면) components/Navbar·AdminNavbar·Footer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993391"/>
            <a:ext cx="4910328" cy="402336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" y="2112263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19751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7904" y="2121408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39696" y="2121408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1488" y="2121408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99616" y="19751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2121408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19856" y="19751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361688" y="2084831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07992" y="2048255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36007" y="2121408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48072" y="2084831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06624" y="2560320"/>
            <a:ext cx="1645920" cy="8595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8064" y="2670048"/>
            <a:ext cx="14630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98064" y="2852928"/>
            <a:ext cx="14630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798064" y="3035808"/>
            <a:ext cx="14630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798064" y="3218688"/>
            <a:ext cx="14630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88336" y="254203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30752" y="3529584"/>
            <a:ext cx="1691640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2191" y="3639312"/>
            <a:ext cx="150876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22191" y="3822191"/>
            <a:ext cx="150876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22191" y="4005072"/>
            <a:ext cx="150876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22191" y="4187952"/>
            <a:ext cx="150876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12463" y="35112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4480560"/>
            <a:ext cx="4910328" cy="32918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3504" y="4572000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55464" y="45354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148072" y="45354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426464" y="4581144"/>
            <a:ext cx="38404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83664" y="4581144"/>
            <a:ext cx="38404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340864" y="4581144"/>
            <a:ext cx="38404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798064" y="4581144"/>
            <a:ext cx="38404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3776" y="60899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4" name="Oval 4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— 클릭 시 랜딩 이동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메뉴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가이드 · AX 플랫폼 · AX 카드 등록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진입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admin · companyAdmin 에게만 노출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알림 벨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미읽음 뱃지(9+) · 드롭다운 최근 5 · 전체 읽음 · 클릭 시 카드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AdminNavbar에도 동일 배치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pill · 아바타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관계사[담당 병기] · 내 등록 현황 · 설정 · 관리자 페이지 · 로그아웃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Footer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브랜드 + '사내 전용 플랫폼 · 외부 접근 불가' (링크 없음)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벨은 사용자 Navbar와 AdminNavbar에 동일하게 배치해 알림 접근점을 하나로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알림 클릭 이동 경로는 카드 ID 접두어에서 파생하며 특정 목업에 의존하지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모드에서는 벨을 노출하지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useNotifications·orgCompanyName·detailPathForItemId, 알림 GET/PATCH(0.10), accessUrl 소비 UI는 백로그.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USR-09  ·  이용 가이드 (Guide)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이용 가이드 (/guide)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히어로 (CTA 2종)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왜 AX Platform (4카드)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01 시작하기 (4단)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02 등록 안내 (3단계 + 유형별 팁 7종)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03 승인 안내 (2-슬롯)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04 FAQ (5문항 아코디언)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동기(왜)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방법(시작·등록·승인)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FAQ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50548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2976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CTA → 둘러보기·등록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소개와 가이드를 통합해 학습 동선을 하나로 만들었다(USR-02 결번의 사유).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도입부가 '왜'를, 단계 안내가 '어떻게'를 담당하도록 역할을 나눴다.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소개 + 이용 안내 통합 가이드(구 소개 콘텐츠 흡수)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취지부터 등록·승인 절차까지 한 화면에서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심리적 장벽 제거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소개·가이드 통합으로 학습 동선 단일화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도입부가 동기, 단계 안내가 방법 담당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부제는 확정 문안을 그대로 사용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안내는 0.7 정합 유지(정책 변경 시 동기화 대상)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 콘텐츠 — 개인화·권한 분기 없음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— 서버 연동 불필요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콘텐츠 개정은 코드 배포를 수반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/guide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4910328" cy="64008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297716" y="2377439"/>
            <a:ext cx="33390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97716" y="2514599"/>
            <a:ext cx="213697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052828" y="2688335"/>
            <a:ext cx="85953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22092" y="2688335"/>
            <a:ext cx="85953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2064" y="3035807"/>
            <a:ext cx="213108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2064" y="3182111"/>
            <a:ext cx="1145286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67078" y="3182111"/>
            <a:ext cx="1145286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22092" y="3182111"/>
            <a:ext cx="1145286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77106" y="3182111"/>
            <a:ext cx="1145286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3776" y="29992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694944" y="3712463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48840" y="3712463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02736" y="3712463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56632" y="3712463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04672" y="3822191"/>
            <a:ext cx="4343400" cy="0"/>
          </a:xfrm>
          <a:prstGeom prst="line">
            <a:avLst/>
          </a:prstGeom>
          <a:ln w="1397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3986783"/>
            <a:ext cx="3514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020824" y="3986783"/>
            <a:ext cx="3514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74720" y="3986783"/>
            <a:ext cx="3514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928616" y="3986783"/>
            <a:ext cx="3514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3776" y="3694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4261103"/>
            <a:ext cx="4910328" cy="60350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1792" y="4352543"/>
            <a:ext cx="1514855" cy="2194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85416" y="4352543"/>
            <a:ext cx="1514855" cy="2194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49039" y="4352543"/>
            <a:ext cx="1514855" cy="2194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289304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56816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624328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291840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959352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626864" y="4645151"/>
            <a:ext cx="603504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93776" y="42428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2064" y="4974336"/>
            <a:ext cx="1097280" cy="402336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83664" y="4937759"/>
            <a:ext cx="1371600" cy="2011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883664" y="5212079"/>
            <a:ext cx="1371600" cy="2011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746504" y="5038344"/>
            <a:ext cx="0" cy="27432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09344" y="5175503"/>
            <a:ext cx="137160" cy="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746504" y="5038344"/>
            <a:ext cx="137160" cy="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46504" y="5312664"/>
            <a:ext cx="137160" cy="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255264" y="5038344"/>
            <a:ext cx="182880" cy="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255264" y="5312664"/>
            <a:ext cx="182880" cy="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438144" y="5038344"/>
            <a:ext cx="0" cy="27432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438144" y="5175503"/>
            <a:ext cx="137160" cy="0"/>
          </a:xfrm>
          <a:prstGeom prst="line">
            <a:avLst/>
          </a:prstGeom>
          <a:ln w="1524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575304" y="4974336"/>
            <a:ext cx="1097280" cy="402336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3776" y="49560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" y="5504688"/>
            <a:ext cx="4910328" cy="11887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12064" y="5669279"/>
            <a:ext cx="4910328" cy="11887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2064" y="5833872"/>
            <a:ext cx="4910328" cy="11887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2064" y="5998464"/>
            <a:ext cx="4910328" cy="11887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12064" y="6163056"/>
            <a:ext cx="4910328" cy="11887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93776" y="548640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9" name="Oval 6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CTA 2종 — 둘러보기 · 카드 등록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왜 AX Platform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문제·해결 4카드 — 부제 '현장의 문제를, 한곳에 모으고, 찾고, 질문에 답하고, 좋은 사례를 전파하여 해결합니다'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01 시작하기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시작 안내 4단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02 등록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 + 유형별 팁 7종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03 승인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2-슬롯 구조 · '두 승인이 모두 완료되면 게시'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04 FAQ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5문항 아코디언 · 문의처 포함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서술은 승인 정책(0.7)과 항상 일치시킨다 — 정책이 바뀌면 이 화면이 동기화 대상이다.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개인화·권한 분기가 없는 정적 화면으로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구 소개(USR-02) 콘텐츠를 흡수했으므로 소개 화면을 별도로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콘텐츠로 서버 연동이 없다 — 콘텐츠 개정은 코드 배포를 수반한다.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USR-10  ·  소식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소식 (/notices)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종류 탭 (공지사항 · 업데이트)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아코디언 목록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행 (종류 pill · 고정 pill · 제목 · 날짜)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펼침 본문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(탭별 독립)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진입(?kind= 수신)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종류 탭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행 펼침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본문 확인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탭별 더보기 독립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구조로, 운영 공지를 로그인 없이 확인할 수 있게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랜딩의 최신소식과 단일 소스를 공유해 두 화면이 항상 일치한다.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공개 열람 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공지·변경 사항을 로그인 없이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최신소식의 전체 목록 역할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최신소식과 단일 소스 — 두 화면 항상 일치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노출=ON인 소식만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우선 + 최신순 정렬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공지는 알림을 발생시키지 않는다(0.10)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getNotices(kind)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 조회 API — 노출 필터는 서버에서 적용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공지사항 · 업데이트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/notices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2064" y="2285999"/>
            <a:ext cx="793699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2064" y="2560319"/>
            <a:ext cx="91440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17904" y="2560319"/>
            <a:ext cx="91440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12064" y="2816351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93776" y="25420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2962655"/>
            <a:ext cx="4910328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3054095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25296" y="3054095"/>
            <a:ext cx="38404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700784" y="3108959"/>
            <a:ext cx="11338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90872" y="3108959"/>
            <a:ext cx="39684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12064" y="3364991"/>
            <a:ext cx="4910328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3456431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25296" y="3456431"/>
            <a:ext cx="38404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700784" y="3511295"/>
            <a:ext cx="11338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90872" y="3511295"/>
            <a:ext cx="39684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93776" y="294436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3767327"/>
            <a:ext cx="4910328" cy="78638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40080" y="3895343"/>
            <a:ext cx="4636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0080" y="4041647"/>
            <a:ext cx="4636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0080" y="4187951"/>
            <a:ext cx="4636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0080" y="4334255"/>
            <a:ext cx="28743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3776" y="37490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4663440"/>
            <a:ext cx="4910328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1792" y="4754879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280160" y="4809744"/>
            <a:ext cx="12472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12064" y="5065776"/>
            <a:ext cx="4910328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" y="5157216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280160" y="5212080"/>
            <a:ext cx="12472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12064" y="5468112"/>
            <a:ext cx="4910328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1792" y="5559551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280160" y="5614416"/>
            <a:ext cx="12472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418588" y="6035040"/>
            <a:ext cx="109728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400300" y="59984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9" name="Oval 4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종류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 / 업데이트 — URL ?kind= 와 동기화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pill · 고정 pill · 제목 · 날짜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펼침 본문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아코디언으로 본문 표시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탭별 독립 증분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노출이 꺼진 소식은 표시하지 않는다(서버 필터 적용).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소식을 상단 우선으로 두고 그 아래를 최신순으로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공지는 알림을 발생시키지 않는다(0.10).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getNotices(kind) → 공개 조회 API, 노출 필터는 서버에서 적용.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USR-11  ·  설정 (Settings)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설정 (/settings)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카테고리 (7칩)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업무 도메인 (6칩)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확장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저장 (반영 개수 피드백)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홈으로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칩 토글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랜딩 추천 반영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265786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미저장 이탈 = 미반영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설정 부담을 줄였다.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개수를 병기해 '무엇이 적용됐는지'를 즉시 확인시킨다.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설정 — 관심 카테고리·도메인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맞춤 추천의 기준을 사용자가 직접 설정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 결과에 대한 납득 가능성 확보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부담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 병기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항목은 안내로 예고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미저장 이탈 시 변경 미반영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미설정 상태는 랜딩의 설정 안내와 연결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필드 결정 대기(부록 B)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개인화 설정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/settings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2064" y="2285999"/>
            <a:ext cx="793699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12064" y="2596895"/>
            <a:ext cx="4910328" cy="91440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1792" y="2688335"/>
            <a:ext cx="8503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" y="296265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810512" y="296265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99232" y="296265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87952" y="296265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323697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810512" y="323697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99232" y="3236975"/>
            <a:ext cx="10972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3776" y="25786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" y="3639311"/>
            <a:ext cx="4910328" cy="78638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21792" y="3730751"/>
            <a:ext cx="9070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792" y="3968496"/>
            <a:ext cx="109728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10512" y="3968496"/>
            <a:ext cx="109728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99232" y="3968496"/>
            <a:ext cx="109728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4206240"/>
            <a:ext cx="109728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810512" y="4206240"/>
            <a:ext cx="109728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999232" y="4206240"/>
            <a:ext cx="109728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93776" y="36210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" y="4553712"/>
            <a:ext cx="4910328" cy="32918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40080" y="4681727"/>
            <a:ext cx="270424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93776" y="45354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5029200"/>
            <a:ext cx="118872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37943" y="5047488"/>
            <a:ext cx="2011680" cy="23774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3776" y="50109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5112" y="5029200"/>
            <a:ext cx="109728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06824" y="50109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4" name="Oval 4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카테고리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칩 다중 선택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업무 도메인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 칩 다중 선택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확장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'추후 개인 정보 항목 추가 예정(프로필 · 알림 수신 설정 등)'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완료 피드백 '저장되었습니다 — 관심사 N개 반영'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홈으로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랜딩으로 이동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 전 이탈 시 변경은 반영되지 않는다(별도 경고 없음).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미설정 상태는 랜딩의 관심사 설정 안내와 연결된다.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설정 항목은 관심사 2종으로 한정하고 확장 항목은 안내로만 예고한다.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/me/interests(0.10), 확장 필드 결정 대기(부록 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