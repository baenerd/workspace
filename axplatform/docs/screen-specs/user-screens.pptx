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USR-00  ·  랜딩 (Landing)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랜딩 (/)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① 프로모션 배너 · 개인화 패널 · 퀵메뉴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② 히어로 (검색 · 카테고리 7타일)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③ 플랫폼 현황 (총 카드 수 · 카테고리 막대)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④ 인기 카드 (좋아요 상위 6)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⑤ 최신소식 · 실시간 인기 카드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⑥ 업무별 카드 (도메인 필터)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⑦ CTA 4종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방문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개인화 확인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탐색(검색·타일)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목록·상세 이동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미로그인 = 열람만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개인화 패널을 최상단에 둬 재방문자가 스크랩·추천·알림으로 이전 맥락을 먼저 잇게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관심사 미설정 시 임의 추천 대신 설정 안내를 노출해 추천의 신뢰를 지킨다.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 — 비로그인도 열람 가능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플랫폼 진입 첫 화면 — 카탈로그 탐색 시작점 + 개인화 요약 허브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보유 자산을 즉시 보여주고 탐색·등록·가이드로 연결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'지금 우리 그룹에 무엇이 있는지'를 한 화면에서 파악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931549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242445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개인화 패널 최상단 배치로 재방문 맥락을 이어보게 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관심사 미설정 시 임의 추천 대신 설정 안내 — 추천 신뢰 유지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3940123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397669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21444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251019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미표시(0.5)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 수치 미노출(0.8)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수는 SSOT 파생 총량과 일치(0.9)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163596"/>
            <a:ext cx="4866299" cy="131035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20017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43791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474492"/>
            <a:ext cx="4610267" cy="96288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getAssetItems·getNotices·getMonthlyNewCount, 훅 useScraps·useInterests·useNotifications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추천은 서버 API 대체 후보, 조회수 서버 집계 전환, PartnerMarquee 별도 담당 복원 예정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랜딩  —  상단·개인화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Platform 홈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2285999"/>
            <a:ext cx="3486332" cy="1316736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209330" y="2706623"/>
            <a:ext cx="2091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557963" y="2907791"/>
            <a:ext cx="13945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063206" y="3383279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18654" y="3383279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74102" y="3383279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3776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96603" y="2285999"/>
            <a:ext cx="1325788" cy="1316736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188043" y="2441447"/>
            <a:ext cx="82198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188043" y="2523744"/>
            <a:ext cx="1142908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88043" y="2743199"/>
            <a:ext cx="1142908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206331" y="2999231"/>
            <a:ext cx="105146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06331" y="3099815"/>
            <a:ext cx="105146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206331" y="3200399"/>
            <a:ext cx="105146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078315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169755" y="3255263"/>
            <a:ext cx="1179485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188043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80628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773213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65798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151467" y="32918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3712463"/>
            <a:ext cx="4910328" cy="1188720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592336" y="3895344"/>
            <a:ext cx="274978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83368" y="4078224"/>
            <a:ext cx="176771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346819" y="4297679"/>
            <a:ext cx="3240816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346819" y="4535423"/>
            <a:ext cx="324081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346819" y="4270247"/>
            <a:ext cx="3240816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298448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975104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651760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28416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005072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681728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3776" y="369417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" y="5010912"/>
            <a:ext cx="2882188" cy="133502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" y="5175503"/>
            <a:ext cx="1188720" cy="49377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58368" y="5797296"/>
            <a:ext cx="10058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658368" y="5943600"/>
            <a:ext cx="1280160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522268" y="512064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4016044" y="5056631"/>
            <a:ext cx="1336029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3522268" y="530352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4016044" y="5239512"/>
            <a:ext cx="1125077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3522268" y="548640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016044" y="5422392"/>
            <a:ext cx="956316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522268" y="5669279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4016044" y="5605271"/>
            <a:ext cx="787554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522268" y="5852159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016044" y="5788151"/>
            <a:ext cx="632856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522268" y="603504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4016044" y="5971031"/>
            <a:ext cx="464094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522268" y="621792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4016044" y="6153912"/>
            <a:ext cx="309396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3776" y="499262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0" name="Oval 69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프로모션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5초 자동 전환 · 클릭 시 해당 카테고리 목록으로 이동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개인화 패널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스크랩 N개 → 스크랩 필터 목록 · 맞춤 추천 · 알림 최근 3건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관심사 미설정 시 추천 대신 설정 안내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퀵메뉴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현황 · 설정 · 카드 등록 · 로그아웃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히어로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회전 헤드라인 + 검색(→ ?q=) + 카테고리 7타일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플랫폼 현황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 카운터 + 카테고리별 막대 + [전체 카드 보기]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귀속은 사용자 화면에 표시하지 않는다(0.5).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총 카드 수 = 목록·통계와 항상 동수 — SSOT 파생 총량이 단일 기준(0.9).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비로그인도 열람 가능 — 로그인 여부의 차이는 인사말뿐이다.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getAssetItems·getMonthlyNewCount 집계, 개인화는 useScraps·useInterests·useNotifications 훅 경유.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랜딩  —  콘텐츠·CTA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Platform 홈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31570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51076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70582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90088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09594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29100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8606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" y="2103120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85416" y="2103120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58768" y="2103120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" y="2578608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185416" y="2578608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58768" y="2578608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690872" y="3054096"/>
            <a:ext cx="7315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3273551"/>
            <a:ext cx="2400300" cy="1024128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21792" y="3438144"/>
            <a:ext cx="91440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235708" y="3438144"/>
            <a:ext cx="5669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3504" y="3547871"/>
            <a:ext cx="2217420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792" y="3639311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913631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261872" y="3694176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61872" y="3840480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261872" y="3986784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261872" y="4133087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93776" y="3255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2092" y="3273551"/>
            <a:ext cx="2400300" cy="1024128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131820" y="3438144"/>
            <a:ext cx="100584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131820" y="3602735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32988" y="3666744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131820" y="3735323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332988" y="3799331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131820" y="3867911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332988" y="3931920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131820" y="4000499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332988" y="4064507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131820" y="4133087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332988" y="4197096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003804" y="3255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6070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60934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15798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70662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25526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12064" y="4645151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185416" y="4645151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858768" y="4645151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12064" y="5038343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185416" y="5038343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858768" y="5038343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690872" y="5413248"/>
            <a:ext cx="7315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93776" y="438912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2064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762506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012948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263390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93776" y="5596127"/>
            <a:ext cx="274320" cy="2743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2064" y="6108192"/>
            <a:ext cx="4910328" cy="237744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9" name="Oval 6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인기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필터 + 좋아요 상위 6 · 카드에 스크랩 토글과 카드 ID 표기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최신소식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탭(공지사항·업데이트) + [더보기] → /notices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실시간 인기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조회수 상위 5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업무별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업무 도메인 필터로 전환되는 카드 묶음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824728" y="4600895"/>
            <a:ext cx="256031" cy="256031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CTA 4종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둘러보기 · AI Model · 이용 가이드 · 문의 채널(Teams 새 창)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절감 수치는 사용자 화면에 노출하지 않는다(0.8).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소식은 공지 SSOT 단일 소스 — 소식 화면(USR-10)과 항상 일치한다.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인기·실시간 인기는 좋아요·조회수라는 객관 지표만으로 정렬한다.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추천은 서버 API 대체 후보, 조회수는 서버 집계로 전환, PartnerMarquee는 별도 담당 복원 예정.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USR-01  ·  로그인 (Login)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로그인 (/login)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브랜드 (KOLMAR / AX Platform)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SSO 로그인 버튼 (Microsoft)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데모 계정 접이식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admin · user 3종 · companyAdmin 2종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23340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지원 링크 (문의 메일)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하단 고지 (사내 전용 · 외부 접근 불가)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로그인 진입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 인증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 판별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역할별 이동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admin → /admin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SSO를 상시 기본 동선으로 두고 데모 계정은 접이식 보조로 숨겨, 실서비스 전환 시 구조 변경을 최소화한다.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companyAdmin을 단일·복수 담당 2종으로 준비해 가시성 필터 동작을 시연 단계에서 검증한다.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그룹 SSO 진입점 — 데모 단계는 데모 계정을 병행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실서비스 SSO 단일 동선 확보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데모 권한 시나리오(전사·관계사·일반) 시연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3095467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3406363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SSO 상시 기본 · 데모는 접이식 보조 — 전환 시 구조 변경 최소화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companyAdmin 2종(단일·복수 담당)으로 가시성 필터 대비 시연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4186000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42225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44603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4496896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'실제 배포 시 제거' 고지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소속 표시는 0.5 허용 범위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'사내 전용 플랫폼' 고지 유지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getManagedCompanies(email) → GET /auth/me 로 대체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Azure AD OIDC → JWT(0.6). demo_user 세션키는 SSO 전환 시 제거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로그인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그룹 SSO 로그인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/login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85162" y="2221992"/>
            <a:ext cx="1964131" cy="3749039"/>
          </a:xfrm>
          <a:prstGeom prst="rect">
            <a:avLst/>
          </a:prstGeom>
          <a:solidFill>
            <a:srgbClr val="FFFFFF"/>
          </a:solidFill>
          <a:ln w="2032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46604" y="2368296"/>
            <a:ext cx="84124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65476" y="2624328"/>
            <a:ext cx="603504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377988" y="2898648"/>
            <a:ext cx="1178479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61934" y="3026664"/>
            <a:ext cx="161058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966874" y="23500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9754" y="3191256"/>
            <a:ext cx="1634947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66874" y="31729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9754" y="3630168"/>
            <a:ext cx="1634947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49754" y="3941064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49754" y="4142232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49754" y="4343400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49754" y="4544568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49754" y="4745736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9754" y="4946904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204618" y="5221224"/>
            <a:ext cx="152521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966874" y="36118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149754" y="5385816"/>
            <a:ext cx="1634947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19064" y="5495544"/>
            <a:ext cx="129632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966874" y="533095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201216" y="5678424"/>
            <a:ext cx="153202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436912" y="5806440"/>
            <a:ext cx="106063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966874" y="562356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2" name="Oval 3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브랜드 영역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KOLMAR / AX Platform 워드마크와 안내 문구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SSO 로그인 버튼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Microsoft 계정 로그인 — 상시 기본 동선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데모 계정 접이식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6종(admin · user 3종 · companyAdmin 2종) — 역할·소속·담당 표시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'실제 배포 시 제거' 안내 유지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지원 링크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로그인 문의 메일 링크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하단 고지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'사내 전용 플랫폼 · 외부 접근 불가'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SSO를 상시 기본으로 노출하고 데모 계정 6종은 접이식으로 감춰 실서비스 전환 시 구조 변경을 없앤다.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데모 영역에는 '실제 배포 시 제거' 안내를 반드시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관리자 역할(admin·companyAdmin)은 로그인 후 /admin으로, 일반 사용자는 원래 목적지로 이동한다.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getManagedCompanies(email)를 GET /auth/me로 대체, Azure AD OIDC→JWT(0.6), demo_user 세션키는 전환 시 제거.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USR-03  ·  카탈로그 목록 (Catalog)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카탈로그 목록 (/projects)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 (타이틀 · 검색)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고정 필터 2행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카테고리(전체+7) · 도메인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991105"/>
            <a:ext cx="0" cy="3429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인기 태그 6 · 스크랩 N · 초기화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991105"/>
            <a:ext cx="0" cy="6858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결과 수 · 정렬 3종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그리드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더보기 (24개 단위)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진입(파라미터 수신)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필터·검색 조합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선택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상세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스크랩 토글 필터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필터를 sticky로 고정해 스크롤 중에도 조건이 눈에 남게 하고, 스크랩은 별도 화면 대신 필터 토글로 흡수했다.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초기화는 클릭형 필터만 해제하고 검색어·정렬은 보존한다 — 의도된 동작이다.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카드의 탐색·필터 화면 — 플랫폼 중심 동선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카테고리·도메인·태그·검색·스크랩 축을 조합한 탐색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중복 개발 방지와 재사용 유도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931549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242445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필터 sticky 고정으로 스크롤 중 조건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스크랩은 별도 화면 대신 필터 토글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초기화는 클릭형 필터만 해제(검색·정렬 보존)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4155022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4191598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429342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465918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company는 목록 게이팅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상시 표시(0.3)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378495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4150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6528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689391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getAssetItems·getOrgCompanies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연동 시 필터·정렬·페이지 서버 처리(GET /assets), 게이팅·그룹뷰어 서버 재검증(0.6)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카탈로그 목록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탐색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12064" y="2395727"/>
            <a:ext cx="1188720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828800" y="2340863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2151" y="2340863"/>
            <a:ext cx="1920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502151" y="2578607"/>
            <a:ext cx="192024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02151" y="2313432"/>
            <a:ext cx="1920240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20" name="Oval 19"/>
          <p:cNvSpPr/>
          <p:nvPr/>
        </p:nvSpPr>
        <p:spPr>
          <a:xfrm>
            <a:off x="3483863" y="232257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2743199"/>
            <a:ext cx="4910328" cy="76809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" y="2834639"/>
            <a:ext cx="2651760" cy="25603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2406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84732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7057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9384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51710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74036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896362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64992" y="2834639"/>
            <a:ext cx="1554480" cy="25603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01568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48456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95344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42232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89120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636008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85216" y="281635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01768" y="2862071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01768" y="2834639"/>
            <a:ext cx="402336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DDDDDD"/>
                </a:solidFill>
                <a:latin typeface="맑은 고딕"/>
                <a:ea typeface="맑은 고딕"/>
              </a:rPr>
              <a:t>고정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350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594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54838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02082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49326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96570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566160" y="3182111"/>
            <a:ext cx="786384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443984" y="3182111"/>
            <a:ext cx="658368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5216" y="316382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12064" y="3730751"/>
            <a:ext cx="86868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3685031" y="3602735"/>
            <a:ext cx="53035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270247" y="3602735"/>
            <a:ext cx="53035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855464" y="3602735"/>
            <a:ext cx="53035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3776" y="35844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2064" y="6108192"/>
            <a:ext cx="4910328" cy="237744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12064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767078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22092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277106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12064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767078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022092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277106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93776" y="39136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27148" y="5742432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308860" y="572414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8" name="Oval 6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검색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카드명·부서 검색 → ?q=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필터 1행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세그먼트(전체+7) · 업무 도메인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필터 2행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인기 태그 상위 6 토글 · [스크랩 N] 토글 · [초기화]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결과 수·정렬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'N개 카드' + 정렬 3종(최신 / 인기 / 이름)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pill · 제목 · 요약 · 카드 ID+부서 · 조회수 · 좋아요 · 스크랩 토글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Model은 강점 3 + 비용 뱃지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24개 단위 증분 로드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초기화는 클릭형 필터만 해제하고 검색어·정렬은 보존한다(의도된 동작).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URL 파라미터 q·platform·domain·scrap을 수신해 진입 시점의 조건을 복원한다.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그룹 전체보기 권한자는 비노출 관계사 카드까지 열람하며 안내 뱃지를 함께 본다.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getAssetItems·getOrgCompanies → GET /assets 서버 필터·정렬·페이지, 게이팅·그룹뷰어는 서버 재검증(0.6).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USR-04  ·  카드 상세 (Item Detail)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카드 상세 (/{카테고리}/:itemId)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위치 경로 · 헤더(액션)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메타 행 (카드 ID · 부서 · 수정일)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 4종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개요 (이미지·설명·활용 후기)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23340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유형별 상세 (라벨 5종)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23340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23340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197864" y="35890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43584" y="35890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업데이트&amp;논의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3543" y="23340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23543" y="37056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진입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개요 확인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상세·담당자·논의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 요청·모델 접속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Vibe·AI PJ = 상세 탭 없음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7유형의 정보 구조 차이를 유형별 상세 탭으로 수용한다(상세 동작/플로우 정보/비서 구성/모델 사양/모델 정보).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액션을 헤더에 모아 '확인 → 행동' 동선을 짧게 유지한다.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1건의 상세 정보·소통(후기·게시판·담당자) 화면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활용 가능 여부·사용 방법·문의처를 한 화면에서 확인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연결과 후기 축적으로 재사용을 실제로 일으킴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931549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242445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탭으로 7유형의 정보 구조 차이를 수용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액션을 헤더에 모아 확인 → 행동 동선 단축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3940123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397669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21444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251019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미표시(ownerCompany는 API 제공·미렌더)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 요청은 게시 카드에 대해 누구나 가능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모델 접속 URL은 0.5의 유일한 예외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163596"/>
            <a:ext cx="4866299" cy="131035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20017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43791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474492"/>
            <a:ext cx="4610267" cy="96288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getAssetItem·getReviewsByItem·getPostsByItem·getFallbackN8nWorkflowJson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좋아요 PUT/DELETE 멱등 · 후기/게시글 POST · 조회수 서버 집계 · 후기 알림 서버 발송(0.10)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상세  —  헤더·개요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상세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38527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2103120"/>
            <a:ext cx="603504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70432" y="2103120"/>
            <a:ext cx="49377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719072" y="2103120"/>
            <a:ext cx="54864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2064" y="2450591"/>
            <a:ext cx="2060691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2064" y="2633472"/>
            <a:ext cx="263310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" y="2761487"/>
            <a:ext cx="18889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93776" y="20848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02152" y="2103120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9664" y="2103120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37176" y="2103120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02152" y="2395727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69664" y="2395727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83864" y="20848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" y="2907792"/>
            <a:ext cx="8412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463040" y="3017520"/>
            <a:ext cx="11887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798064" y="3017520"/>
            <a:ext cx="10058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93776" y="288950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463040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414016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364992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12064" y="3456432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512064" y="3566160"/>
            <a:ext cx="3703320" cy="74980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66928" y="4425696"/>
            <a:ext cx="35935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66928" y="4549140"/>
            <a:ext cx="35935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8" y="4672583"/>
            <a:ext cx="222802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2064" y="4846320"/>
            <a:ext cx="37033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2064" y="5230368"/>
            <a:ext cx="3703320" cy="60350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21792" y="5358383"/>
            <a:ext cx="3337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21792" y="5481827"/>
            <a:ext cx="206928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512064" y="5925312"/>
            <a:ext cx="3703320" cy="40233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" y="6016752"/>
            <a:ext cx="25146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03504" y="6199632"/>
            <a:ext cx="251460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246120" y="6016752"/>
            <a:ext cx="87782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93776" y="354787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43400" y="3566160"/>
            <a:ext cx="1078992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43400" y="4334256"/>
            <a:ext cx="1078992" cy="841248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8" name="Oval 4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위치 경로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AX Platform &gt; 카테고리 &gt; 제목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pill · [AI Model] 가용 뱃지 · 제공사 · 제목 · 요약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좋아요 · 스크랩 · 담당자 연락 · 수정 요청 · [AI Model] 모델 접속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메타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최선두 · 등록 부서 · 최종 수정일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개요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이미지 캐러셀 + 상세 설명 + 활용 후기(등록 가능)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ID는 메타 행 최선두에 배치한다(0.3).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 요청 진입은 게시 카드에 대해 누구나 가능하다.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귀속은 API가 내려주더라도 화면에 렌더하지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getAssetItem·getReviewsByItem, 좋아요 PUT/DELETE 멱등, 후기 POST·후기 알림은 서버 발송(0.10).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상세  —  탭 상세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상세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457200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63040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14016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2064" y="2633472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12064" y="2743199"/>
            <a:ext cx="4910328" cy="1005840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71215"/>
            <a:ext cx="4654296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493007"/>
            <a:ext cx="1188720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93776" y="27249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3858768"/>
            <a:ext cx="3502152" cy="54864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986783"/>
            <a:ext cx="292608" cy="29260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024128" y="4078224"/>
            <a:ext cx="118872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24128" y="4224528"/>
            <a:ext cx="16459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93776" y="38404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42232" y="4005072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2064" y="4517136"/>
            <a:ext cx="4910328" cy="237744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4828031"/>
            <a:ext cx="4910328" cy="658368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21792" y="4956048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21792" y="5079492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1792" y="5202936"/>
            <a:ext cx="28176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418588" y="5541264"/>
            <a:ext cx="1097280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2064" y="5815583"/>
            <a:ext cx="4910328" cy="530352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298448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975104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651760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" y="6089903"/>
            <a:ext cx="3593592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06824" y="6089903"/>
            <a:ext cx="1005840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3776" y="449884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9" name="Oval 3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5624" y="1901951"/>
            <a:ext cx="5672023" cy="10576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상세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n8n=상세 동작(워크플로우 미리보기·JSON 다운로드) / PA=플로우 정보 / 비서=비서 구성(프롬프트 복사) / AI Model=모델 사양 / ML=모델 정보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2959607"/>
            <a:ext cx="5672023" cy="10576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정보 + 메일 연락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4017263"/>
            <a:ext cx="5672023" cy="10576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업데이트&amp;논의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게시글 태그 4종(공지·Q&amp;A·이슈제보·건의) · 좋아요 · 작성 · 더보기 증분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Vibe·AI 프로젝트는 상세 탭 없이 개요에 통합한다.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방문 시 최근 조회 기록(상위 10)을 남겨 재방문 동선을 잇는다.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유형별 탭 라벨은 유형마다 다르게 쓰되 탭 위치·순서는 고정한다.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탭은 배타 전환 — 본 도면은 3개 탭을 합성 표기.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getPostsByItem·getFallbackN8nWorkflowJson, 게시글 POST와 조회수 서버 집계로 전환.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USR-05  ·  신규 등록 신청 (3단계)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신규 등록 신청 (/projects/new)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단계 표시 (3단계)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0 유형 선택 (7종)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1 정보 입력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공통(사진·제목·요약·설명·도메인·태그)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23340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유형별 섹션 · 예상 절감 시간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23340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담당자(복수 등록)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23340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2 확인 · 제출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유형 선택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정보 입력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확인·제출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내 현황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비관리자 = AI Model 미노출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3단계로 진입 장벽을 줄이고, 유형별 입력은 실제로 쓰이는 축만 받는다(난이도·비용/컨텍스트·모델 유형).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AI Model 등록을 관리자 전용으로 둔 이유는 모델 카탈로그가 운영이 선별하는 영역이기 때문이다.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44599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4971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등록 신청 3단계 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887015"/>
            <a:ext cx="4866299" cy="844599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2359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6133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197911"/>
            <a:ext cx="4610267" cy="4971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부담 최소화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검토에 필요한 정보를 유형별로 최소 수집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859631"/>
            <a:ext cx="4866299" cy="12568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8962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1339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170527"/>
            <a:ext cx="4610267" cy="90937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3단계로 진입 장벽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입력은 실제 사용하는 축만(n8n=난이도 · AI Model=비용/컨텍스트 · ML=모델 유형)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Model 등록은 관리자 전용 — 모델 카탈로그는 운영 선별 영역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4244491"/>
            <a:ext cx="4866299" cy="105072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428106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51881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555387"/>
            <a:ext cx="4610267" cy="70325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 범위 입력 없음(신규=전사 공용, 0.9)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 시간 표준 직렬화(0.8)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자유 태그 허용(표준화는 ADM-05)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423229"/>
            <a:ext cx="4866299" cy="105072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45980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69754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734125"/>
            <a:ext cx="4610267" cy="70325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공용 ImageCarouselInput·TimeSavedInput·ChipInput·ML_TYPES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 POST · 카드 ID 서버 원자 발급(0.3) · 접수 알림 서버 발송. 이미지 스토리지 선정 대기(부록 B)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0·1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등록 신청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4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1874519"/>
            <a:ext cx="9966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841248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240280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32888" y="1874519"/>
            <a:ext cx="9966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478024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877056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9664" y="1874519"/>
            <a:ext cx="9966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2212847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022092" y="2212847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" y="2436875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022092" y="2436875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2064" y="2660903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22092" y="2660903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064" y="2884931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22092" y="2884931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3072383"/>
            <a:ext cx="4910328" cy="155448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3264407"/>
            <a:ext cx="4910328" cy="155448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3776" y="219455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2064" y="3529583"/>
            <a:ext cx="4910328" cy="137160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3602735"/>
            <a:ext cx="4690872" cy="25603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" y="3913631"/>
            <a:ext cx="46908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21792" y="4050791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21792" y="4096511"/>
            <a:ext cx="46908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21792" y="4233672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21792" y="4279392"/>
            <a:ext cx="46908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225296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828800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432304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035808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639312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1792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280160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938528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596896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93776" y="351129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2064" y="5010912"/>
            <a:ext cx="4910328" cy="621792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" y="5102351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21792" y="5257799"/>
            <a:ext cx="22905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3022091" y="5102351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3022091" y="5257799"/>
            <a:ext cx="2290573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77824" y="5376672"/>
            <a:ext cx="10058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877824" y="5541264"/>
            <a:ext cx="100584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19933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4505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9077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3649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03504" y="535838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8" name="Oval 57"/>
          <p:cNvSpPr/>
          <p:nvPr/>
        </p:nvSpPr>
        <p:spPr>
          <a:xfrm>
            <a:off x="493776" y="499262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2064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12064" y="5952744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1579626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579626" y="5952744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647188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647188" y="5952744"/>
            <a:ext cx="101269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3714750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714750" y="5952744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837176" y="5742432"/>
            <a:ext cx="585216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3776" y="572414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12064" y="6089904"/>
            <a:ext cx="1097280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233672" y="6089904"/>
            <a:ext cx="1188720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2" name="Oval 7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35624" y="1901951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단계 표시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 선택 → 정보 입력 → 최종 확인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24728" y="238475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824728" y="243047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624" y="2403043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Step 0 유형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유형 선택 — 비관리자에게 AI Model 미노출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35624" y="2904134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기본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사진 최대 10장 · 제목 · 한 줄 요약 · 상세 설명 · 업무 도메인 · 태그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35624" y="3405225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섹션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 JSON 업로드·미리보기 / 난이도 · 비용 · 컨텍스트 · 모델 유형 등 유형별 입력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35624" y="3906316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예상 절감 시간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수치 + 주기(일/주/월/년) 선택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824728" y="438912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5824728" y="443484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35624" y="4407408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복수 등록 가능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 범위 입력 항목을 두지 않는다 — 신규 카드는 전사 공용으로 생성된다(0.9).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절감 시간은 '&lt;주기&gt; N시간' 형식으로 표준 직렬화한다(0.8).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태그는 자유 입력을 허용하고 표준화는 관리자 화면(ADM-05)에서 처리한다.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Step 0·1은 배타 전환 — 본 도면은 합성 표기.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공용 ImageCarouselInput·TimeSavedInput·ChipInput·ML_TYPES 사용, 이미지 스토리지 선정 대기(부록 B).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등록 신청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65760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947671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444752" y="2029967"/>
            <a:ext cx="20116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2064" y="2322575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737360" y="2441447"/>
            <a:ext cx="339022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12064" y="2542031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12064" y="2578607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737360" y="2697479"/>
            <a:ext cx="228471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2064" y="2798063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2064" y="2834639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737360" y="2953511"/>
            <a:ext cx="309542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2064" y="3054096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12064" y="3090672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737360" y="3209544"/>
            <a:ext cx="184251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12064" y="3310128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2064" y="3346703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737360" y="3465575"/>
            <a:ext cx="346393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12064" y="3566159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2064" y="3602735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737360" y="3721607"/>
            <a:ext cx="257952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2064" y="3822191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12064" y="3858768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737360" y="3977639"/>
            <a:ext cx="162141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12064" y="4078224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512064" y="4114800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737360" y="4233672"/>
            <a:ext cx="32428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12064" y="4334256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512064" y="4370831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737360" y="4489703"/>
            <a:ext cx="213731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12064" y="4590288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512064" y="4626864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737360" y="4745736"/>
            <a:ext cx="280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12064" y="4846320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93776" y="23042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4992624"/>
            <a:ext cx="4910328" cy="31089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40080" y="5157216"/>
            <a:ext cx="436168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512064" y="5376672"/>
            <a:ext cx="4910328" cy="31089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40080" y="5541264"/>
            <a:ext cx="408736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493776" y="49743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2064" y="6089904"/>
            <a:ext cx="109728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42231" y="6089904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3776" y="60716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1" name="Oval 5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190195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입력 요약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제출 전 전체 입력값 확인(라벨-값 리스트)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301508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ID 발급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'접수 시 {PREFIX}-{연도}-순번 형식의 고유 ID 발급'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412821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제출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제출 완료 후 내 현황으로 이동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ID는 서버가 원자적으로 발급하고 승인 전후로 불변이다(0.3).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제출 결과는 내 현황(USR-07)의 승인 인디케이터로 이어져 진행 상황이 끊기지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접수 알림은 서버가 발송한다 — 클라이언트에서 생성하지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등록 신청 POST + 카드 ID 서버 원자 발급(0.3), 접수 알림 서버 발송.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USR-06  ·  수정 요청 (Edit Request)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수정 요청 (/edit-request/:id)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위치 경로 · 대상 배너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편집 폼 (공통 + 유형별)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 편집 (추가 · 삭제)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수정 사유* (필수)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취소 · 제출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진입(상세·내 현황)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현재 값 표시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편집·사유 입력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제출 → 내 현황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없는 ID = 안내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게시본은 공유 자산이므로 직접 수정 대신 요청-검토를 거친다.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신청 자격을 한정하지 않는다 — 오류를 발견하는 쪽이 제3자인 경우가 많기 때문.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카드 수정 신청 단일 폼 — 현재 값 자동 표시 기반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이후 변경 사항을 검토를 거쳐 반영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게시본의 정보 최신성 유지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931549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3242445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게시본은 공유 자산이라 직접 수정 대신 요청-검토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자격 비한정(제3자 발견 사유가 다수)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폼은 등록 폼과 동일한 편집 셋 + 사유만 추가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4155022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4191598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4429342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4465918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Model 수정은 관리자 전용(0.6)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 사유 필수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 미포함(0.9)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5378495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54150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56528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5689391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getAssetItem(:id) 프리필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POST /edit-requests(사유 포함) · 처리 알림 서버 발송. 관리자 처리 큐 화면 미구현 — API 계약 선확보(부록 B)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수정 요청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게시 카드 수정 요청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/edit-request/:id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38527"/>
            <a:ext cx="20116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" y="2157984"/>
            <a:ext cx="1828800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12064" y="2322576"/>
            <a:ext cx="29260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2064" y="2468879"/>
            <a:ext cx="4910328" cy="38404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" y="2578608"/>
            <a:ext cx="786384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81328" y="2578608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157984" y="2670048"/>
            <a:ext cx="20116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93776" y="245059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2962656"/>
            <a:ext cx="4910328" cy="109728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" y="3054096"/>
            <a:ext cx="4690872" cy="274320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3401568"/>
            <a:ext cx="4690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21792" y="3547872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21792" y="3602735"/>
            <a:ext cx="4690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21792" y="3749039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21792" y="3803904"/>
            <a:ext cx="469087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29443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4169663"/>
            <a:ext cx="4910328" cy="512064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" y="4279392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21792" y="4434840"/>
            <a:ext cx="22905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022091" y="4279392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022091" y="4434840"/>
            <a:ext cx="2290573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21792" y="4590288"/>
            <a:ext cx="436168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12064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12064" y="5020055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579626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579626" y="5020055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647188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647188" y="5020055"/>
            <a:ext cx="101269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714750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3714750" y="5020055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837176" y="4791455"/>
            <a:ext cx="585216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3776" y="47731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" y="5193792"/>
            <a:ext cx="4910328" cy="51206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621792" y="5340096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1792" y="5463540"/>
            <a:ext cx="28176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512064" y="5760720"/>
            <a:ext cx="4910328" cy="219456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93776" y="517550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044951" y="6089904"/>
            <a:ext cx="109728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233672" y="6089904"/>
            <a:ext cx="118872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26663" y="60716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9" name="Oval 4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대상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· 유형 · 제목 — '카드를 수정합니다'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편집 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필드 현재 값 자동 표시 · 등록 폼과 동일 구성(유형별 섹션은 대상 카드 유형)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편집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행 추가 · 삭제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수정 사유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필수 — '무엇을 왜 바꾸는지'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취소 · 제출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취소 → 목록 / 제출 → 내 현황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Model 카드 + 비관리자 조합에서는 폼 대신 관리자 전용 안내를 렌더한다(0.6).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존재하지 않는 ID로 진입하면 폼 대신 안내 문구를 표시한다.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진입점은 상세 헤더와 내 현황의 게시됨 카드 2곳이다.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getAssetItem(:id) 프리필 → POST /edit-requests(사유 포함), 관리자 처리 큐 화면은 미구현·API 계약 선확보(부록 B).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USR-07  ·  내 현황 (My Status)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내 현황 (/my-status)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5탭 KPI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신청 카드 목록 (+더보기)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(ID · 제목 · 단계 뱃지)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991105"/>
            <a:ext cx="0" cy="3429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병렬 승인 인디케이터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991105"/>
            <a:ext cx="0" cy="6858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반려 사유 박스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1991105"/>
            <a:ext cx="0" cy="10287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액션 (취소 · 수정 요청 · 삭제)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1991105"/>
            <a:ext cx="0" cy="13716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내가 남긴 후기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 필터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확인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액션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반려 → 사유·삭제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병렬 2-슬롯 승인 구조를 인디케이터로 그대로 시각화해 진행 상황을 투명하게 공개한다.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반려 사유를 원문 그대로 노출해 신청자가 결과를 이해하고 다음 행동을 고를 수 있게 한다.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 신청의 승인 진행 상황 + 본인 후기 확인 화면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건이 지금 어느 단계인지 명확히 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문의 부담을 화면으로 흡수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3095467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406363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병렬 2-슬롯 구조를 인디케이터로 그대로 시각화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투명한 진행 공개로 문의 부담 축소, 반려 사유 원문 표시로 결과 이해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4186000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42225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4603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496896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단계 명칭 0.7 표준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삭제는 반려 건 한정 + 복구 불가 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getMyApplications·getMyReviews·deriveStage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 소유 필터·상태 전이 검증은 서버 책임(0.7)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 현황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내 등록 현황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/my-status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8760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05456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2152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8848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3776" y="186537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2523744"/>
            <a:ext cx="4910328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651760"/>
            <a:ext cx="82296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36192" y="2651760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40080" y="2962656"/>
            <a:ext cx="2233879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40080" y="3127248"/>
            <a:ext cx="29359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" y="3255263"/>
            <a:ext cx="1978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3346703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52144" y="3346703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64208" y="3346703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263347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9976" y="2651760"/>
            <a:ext cx="9144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379976" y="2962656"/>
            <a:ext cx="914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379976" y="3090672"/>
            <a:ext cx="914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40080" y="362102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59536" y="3721608"/>
            <a:ext cx="164592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42416" y="3639312"/>
            <a:ext cx="100584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103120" y="3639312"/>
            <a:ext cx="100584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127248" y="3721608"/>
            <a:ext cx="164592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310128" y="362102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93776" y="36027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005072"/>
            <a:ext cx="4654296" cy="49377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749808" y="4133087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49808" y="4279392"/>
            <a:ext cx="269290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93776" y="398678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481328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322576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163824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93776" y="45537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27148" y="4937759"/>
            <a:ext cx="1280160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12064" y="5376672"/>
            <a:ext cx="128016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512064" y="5504688"/>
            <a:ext cx="4910328" cy="8412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640080" y="5669280"/>
            <a:ext cx="45079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0080" y="5792724"/>
            <a:ext cx="45079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40080" y="5916168"/>
            <a:ext cx="27949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93776" y="528523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1" name="Oval 5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5탭 KPI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· 승인 대기 · 부분 승인 · 게시됨 · 반려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신청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최선두 · 카테고리 pill · 제목 · 요약 · 단계 뱃지 · 신청/처리일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병렬 승인 인디케이터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완료 → 관계사/전사 승인 → 게시 완료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반려 사유 박스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검토자가 작성한 사유 원문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내용 확인/접기 · 신청 취소(대기) · 수정 요청(게시됨) · 삭제(반려·확인 절차)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내가 남긴 후기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본인이 작성한 후기 목록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단계 명칭은 승인 대기 / 부분 승인 / 게시됨 / 반려 / 중지 표준을 따른다(0.7).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게시됨 카드를 클릭하면 카드 상세로 이동한다.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삭제는 반려 건에 한정하고 복구 불가를 고지한 뒤 실행한다.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getMyApplications·getMyReviews·deriveStage, 본인 소유 필터와 상태 전이 검증은 서버 책임(0.7).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USR-08  ·  공통 내비게이션 (Navigation)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공통 내비게이션 (전 화면)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Navbar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197864" y="1874519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1874519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브랜드 · 메뉴 3종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3543" y="1648206"/>
            <a:ext cx="0" cy="3428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23543" y="1991105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관리자 진입(역할 한정)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6482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알림 벨 (NotificationBell)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6482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역할 pill · 아바타 드롭다운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16482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AdminNavbar (벨 동일 배치)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Footer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화면 진입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2353406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572862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18582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상단 상주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4496501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15957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61677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메뉴·알림 이동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346152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572862" y="5330951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18582" y="5330951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공유 모드 = 벨 미노출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메뉴를 3개로 최소화하고, 벨은 사용자·관리자 내비 양쪽에 동일하게 배치해 알림 접근점을 하나로 유지한다.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아바타에 소속 관계사를 표시해(0.5 허용) 다관계사 환경에서 계정 확인 지점을 만든다.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전 화면 상주 (역할별 항목 차등)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화면 공통 이동·알림·계정 영역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어느 화면에서든 일관된 접근 경로 제공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알림·계정 상태를 항상 같은 자리에서 확인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3095467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3406363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메뉴 3개 최소 구성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벨은 사용자·관리자 내비 양쪽 동일 배치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아바타에 소속 관계사 표시(0.5 허용) — 다관계사 환경의 계정 확인 지점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44209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44574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46952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47317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 이동은 카드 ID 접두어에서 파생한 경로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공유 모드에서는 벨 미노출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useNotifications·orgCompanyName·detailPathForItemId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 GET/PATCH(0.10). accessUrl 소비 UI 미구현 — 백로그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공통 내비게이션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Navbar · 알림 벨 · Footer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(전 화면) components/Navbar·AdminNavbar·Footer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2157983"/>
            <a:ext cx="4910328" cy="420624"/>
          </a:xfrm>
          <a:prstGeom prst="rect">
            <a:avLst/>
          </a:prstGeom>
          <a:solidFill>
            <a:srgbClr val="FFFFFF"/>
          </a:solidFill>
          <a:ln w="203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2285999"/>
            <a:ext cx="7680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" y="210311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2295143"/>
            <a:ext cx="56692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12848" y="2295143"/>
            <a:ext cx="56692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52928" y="2295143"/>
            <a:ext cx="56692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54480" y="2112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84448" y="2295143"/>
            <a:ext cx="60350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6160" y="2112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4215383" y="225856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61688" y="2212847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97096" y="20756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81144" y="2295143"/>
            <a:ext cx="49377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29783" y="2249423"/>
            <a:ext cx="256032" cy="25603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62856" y="2112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85031" y="2688335"/>
            <a:ext cx="1737360" cy="14630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794759" y="2834639"/>
            <a:ext cx="73152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764024" y="2834639"/>
            <a:ext cx="5486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76471" y="2926079"/>
            <a:ext cx="1554481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59" y="2999231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794759" y="3191255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94759" y="3383279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94759" y="3575303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794759" y="3767327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2064" y="4791455"/>
            <a:ext cx="4910328" cy="402336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1792" y="4919471"/>
            <a:ext cx="71323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721607" y="4882895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050791" y="4919471"/>
            <a:ext cx="49377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636007" y="4873751"/>
            <a:ext cx="237744" cy="23774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928616" y="4901183"/>
            <a:ext cx="493776" cy="182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2064" y="5833872"/>
            <a:ext cx="4910328" cy="493776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998464"/>
            <a:ext cx="822960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319272" y="6035040"/>
            <a:ext cx="1956816" cy="0"/>
          </a:xfrm>
          <a:prstGeom prst="line">
            <a:avLst/>
          </a:prstGeom>
          <a:ln w="1397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867911" y="6163056"/>
            <a:ext cx="1408177" cy="0"/>
          </a:xfrm>
          <a:prstGeom prst="line">
            <a:avLst/>
          </a:prstGeom>
          <a:ln w="1397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93776" y="581558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4" name="Oval 43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브랜드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KOLMAR / AX Platform — 클릭 시 랜딩 이동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메뉴 3종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이용 가이드 · AX 플랫폼 · AX 카드 등록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관리자 진입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admin · companyAdmin 에게만 노출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알림 벨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미읽음 뱃지(9+) · 드롭다운 최근 5 · 전체 읽음 · 클릭 시 카드 이동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AdminNavbar에도 동일 배치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역할 pill · 아바타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소속 관계사[담당 병기] · 내 등록 현황 · 설정 · 관리자 페이지 · 로그아웃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Footer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브랜드 + '사내 전용 플랫폼 · 외부 접근 불가' (링크 없음)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벨은 사용자 Navbar와 AdminNavbar에 동일하게 배치해 알림 접근점을 하나로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알림 클릭 이동 경로는 카드 ID 접두어에서 파생하며 특정 목업에 의존하지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공유 모드에서는 벨을 노출하지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useNotifications·orgCompanyName·detailPathForItemId, 알림 GET/PATCH(0.10), accessUrl 소비 UI는 백로그.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USR-09  ·  이용 가이드 (Guide)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이용 가이드 (/guide)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히어로 (CTA 2종)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왜 AX Platform (4카드)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01 시작하기 (4단)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02 등록 안내 (3단계 + 유형별 팁 7종)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03 승인 안내 (2-슬롯)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04 FAQ (5문항 아코디언)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동기(왜)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방법(시작·등록·승인)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FAQ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CTA → 둘러보기·등록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소개와 가이드를 통합해 학습 동선을 하나로 만들었다(USR-02 결번의 사유).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도입부가 '왜'를, 단계 안내가 '어떻게'를 담당하도록 역할을 나눴다.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플랫폼 소개 + 이용 안내 통합 가이드(구 소개 콘텐츠 흡수)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취지부터 등록·승인 절차까지 한 화면에서 안내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신청의 심리적 장벽 제거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3095467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3406363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소개·가이드 통합으로 학습 동선 단일화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도입부가 동기, 단계 안내가 방법 담당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부제는 확정 문안을 그대로 사용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44209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44574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46952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47317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안내는 0.7 정합 유지(정책 변경 시 동기화 대상)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정적 콘텐츠 — 개인화·권한 분기 없음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정적(모듈 레벨) — 서버 연동 불필요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콘텐츠 개정은 코드 배포를 수반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이용 가이드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이용 가이드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USR-09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/guide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512064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92336" y="1956815"/>
            <a:ext cx="274978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132472" y="2084831"/>
            <a:ext cx="166951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034540" y="2139695"/>
            <a:ext cx="8778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22092" y="2139695"/>
            <a:ext cx="8778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2450591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22092" y="2450591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" y="2788920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22092" y="2788920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3776" y="24323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67078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22092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77106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30906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" y="3621023"/>
            <a:ext cx="1563624" cy="3291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85416" y="3621023"/>
            <a:ext cx="1563624" cy="3291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58768" y="3621023"/>
            <a:ext cx="1563624" cy="3291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2064" y="4005072"/>
            <a:ext cx="4910328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21792" y="4114800"/>
            <a:ext cx="109728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21792" y="4187952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994660" y="4187952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" y="4306824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994660" y="4306824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1792" y="4425696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94660" y="4425696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" y="4544568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94660" y="4544568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3776" y="360273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" y="4773168"/>
            <a:ext cx="2391156" cy="3474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031236" y="4773168"/>
            <a:ext cx="2391156" cy="3474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2064" y="5193792"/>
            <a:ext cx="491032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3776" y="47548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5486400"/>
            <a:ext cx="4910328" cy="859536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40080" y="5632704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129783" y="5568696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03504" y="5715000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0080" y="5788152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129783" y="5724144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03504" y="5870448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40080" y="5943600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129783" y="5879592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03504" y="6025896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40080" y="6099048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129783" y="6035040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603504" y="6181344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40080" y="6254496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129783" y="6190488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3776" y="54681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9" name="Oval 5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35624" y="190195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히어로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CTA 2종 — 둘러보기 · 카드 등록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824728" y="24402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5824728" y="24859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35624" y="245851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왜 AX Platform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문제·해결 4카드 — 부제 '현장의 문제를, 한곳에 모으고, 찾고, 질문에 답하고, 좋은 사례를 전파하여 해결합니다'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5624" y="301508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01 시작하기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이용 시작 안내 4단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35624" y="357164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02 등록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3단계 + 유형별 팁 7종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35624" y="412821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03 승인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2-슬롯 구조 · '두 승인이 모두 완료되면 게시'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24728" y="466648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824728" y="471220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35624" y="468477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04 FAQ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5문항 아코디언 · 문의처 포함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승인 서술은 승인 정책(0.7)과 항상 일치시킨다 — 정책이 바뀌면 이 화면이 동기화 대상이다.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개인화·권한 분기가 없는 정적 화면으로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구 소개(USR-02) 콘텐츠를 흡수했으므로 소개 화면을 별도로 두지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정적(모듈 레벨) 콘텐츠로 서버 연동이 없다 — 콘텐츠 개정은 코드 배포를 수반한다.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USR-10  ·  소식 (Notices)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소식 (/notices)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종류 탭 (공지사항 · 업데이트)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아코디언 목록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행 (종류 pill · 고정 pill · 제목 · 날짜)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991105"/>
            <a:ext cx="0" cy="3429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펼침 본문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991105"/>
            <a:ext cx="0" cy="6858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더보기 (탭별 독립)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진입(?kind= 수신)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종류 탭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행 펼침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본문 확인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탭별 더보기 독립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종류 2탭 + 고정 우선의 단순 구조로, 운영 공지를 로그인 없이 확인할 수 있게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랜딩의 최신소식과 단일 소스를 공유해 두 화면이 항상 일치한다.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공지사항·업데이트의 공개 열람 화면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운영 공지·변경 사항을 로그인 없이 확인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최신소식의 전체 목록 역할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3095467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3406363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2탭 + 고정 우선의 단순 구조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최신소식과 단일 소스 — 두 화면 항상 일치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4186000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42225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44603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4496896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노출=ON인 소식만 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우선 + 최신순 정렬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공지는 알림을 발생시키지 않는다(0.10)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getNotices(kind)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공개 조회 API — 노출 필터는 서버에서 적용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소식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공지사항 · 업데이트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USR-10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/notices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" y="1901951"/>
            <a:ext cx="969264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72768" y="1901951"/>
            <a:ext cx="969264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3776" y="18836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2304287"/>
            <a:ext cx="4910328" cy="3621024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496311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261872" y="2496311"/>
            <a:ext cx="43891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773936" y="2587751"/>
            <a:ext cx="20116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81144" y="2587751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1792" y="2761487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2862071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280160" y="2953511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81144" y="2953511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40080" y="3145535"/>
            <a:ext cx="4654296" cy="822960"/>
          </a:xfrm>
          <a:prstGeom prst="rect">
            <a:avLst/>
          </a:prstGeom>
          <a:solidFill>
            <a:srgbClr val="F7F7F7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749808" y="3273551"/>
            <a:ext cx="43982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9808" y="3419856"/>
            <a:ext cx="43982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9808" y="3566159"/>
            <a:ext cx="43982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49808" y="3712463"/>
            <a:ext cx="272692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93776" y="31272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1792" y="404164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40080" y="414223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280160" y="423367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581144" y="423367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1792" y="440740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" y="450799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280160" y="459943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581144" y="459943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21792" y="477316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40080" y="487375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280160" y="496519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581144" y="496519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21792" y="513892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40080" y="523951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280160" y="533095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581144" y="533095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1792" y="550468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40080" y="560527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280160" y="569671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581144" y="569671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21792" y="587044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93776" y="23774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27148" y="6089904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308860" y="60716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1" name="Oval 5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종류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 / 업데이트 — URL ?kind= 와 동기화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소식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pill · 고정 pill · 제목 · 날짜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펼침 본문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아코디언으로 본문 표시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탭별 독립 증분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노출이 꺼진 소식은 표시하지 않는다(서버 필터 적용).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고정 소식을 상단 우선으로 두고 그 아래를 최신순으로 정렬한다.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공지는 알림을 발생시키지 않는다(0.10).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getNotices(kind) → 공개 조회 API, 노출 필터는 서버에서 적용.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USR-11  ·  설정 (Settings)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설정 (/settings)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관심 카테고리 (7칩)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관심 업무 도메인 (6칩)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확장 안내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저장 (반영 개수 피드백)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홈으로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칩 토글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랜딩 추천 반영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미저장 이탈 = 미반영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설정 항목을 관심사 2종으로 한정해 설정 부담을 줄였다.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저장 피드백에 반영 개수를 병기해 '무엇이 적용됐는지'를 즉시 확인시킨다.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개인화 설정 — 관심 카테고리·도메인 관리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맞춤 추천의 기준을 사용자가 직접 설정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추천 결과에 대한 납득 가능성 확보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3095467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3406363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설정 항목을 관심사 2종으로 한정해 부담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저장 피드백에 반영 개수 병기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확장 항목은 안내로 예고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44209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44574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46952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47317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미저장 이탈 시 변경 미반영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미설정 상태는 랜딩의 설정 안내와 연결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useInterests().save → PUT /me/interests(0.10)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확장 필드 결정 대기(부록 B)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설정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개인화 설정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USR-11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/settings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94129" y="2514600"/>
            <a:ext cx="2946196" cy="109728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622145" y="2679192"/>
            <a:ext cx="128016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622145" y="2825496"/>
            <a:ext cx="20116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622145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12974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03804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94633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22145" y="3246120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12974" y="3246120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03804" y="3246120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75841" y="24963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94129" y="3739896"/>
            <a:ext cx="2946196" cy="100584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622145" y="3904487"/>
            <a:ext cx="146304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2145" y="4050791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622145" y="4178808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43251" y="4178808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64356" y="4178808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622145" y="4434840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3251" y="4434840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64356" y="4434840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841" y="37216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94129" y="4873752"/>
            <a:ext cx="2946196" cy="365760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22145" y="5020056"/>
            <a:ext cx="23975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622145" y="5129784"/>
            <a:ext cx="1848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1475841" y="48554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94129" y="5385816"/>
            <a:ext cx="1005840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27985" y="5422392"/>
            <a:ext cx="731520" cy="219456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75841" y="53675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34486" y="5385816"/>
            <a:ext cx="1005840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416198" y="53675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9" name="Oval 3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관심 카테고리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칩 다중 선택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관심 업무 도메인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6종 칩 다중 선택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확장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'추후 개인 정보 항목 추가 예정(프로필 · 알림 수신 설정 등)'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저장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완료 피드백 '저장되었습니다 — 관심사 N개 반영'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홈으로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랜딩으로 이동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 전 이탈 시 변경은 반영되지 않는다(별도 경고 없음).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미설정 상태는 랜딩의 관심사 설정 안내와 연결된다.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설정 항목은 관심사 2종으로 한정하고 확장 항목은 안내로만 예고한다.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useInterests().save → PUT /me/interests(0.10), 확장 필드 결정 대기(부록 B).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